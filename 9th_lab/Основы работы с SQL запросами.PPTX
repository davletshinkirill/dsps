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6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AB65F-F9EE-474E-AB9F-0BD4B3CF3950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3CBE3-B926-4EBC-8C6C-9DA045E78F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3CBE3-B926-4EBC-8C6C-9DA045E78F2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898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9D42-6197-454A-B9FF-61C63DB21C68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DA7E9-1BB7-41D5-9CD8-ADE1F1939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384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9D42-6197-454A-B9FF-61C63DB21C68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DA7E9-1BB7-41D5-9CD8-ADE1F1939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41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9D42-6197-454A-B9FF-61C63DB21C68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DA7E9-1BB7-41D5-9CD8-ADE1F1939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988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9D42-6197-454A-B9FF-61C63DB21C68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DA7E9-1BB7-41D5-9CD8-ADE1F1939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45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9D42-6197-454A-B9FF-61C63DB21C68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DA7E9-1BB7-41D5-9CD8-ADE1F1939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91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9D42-6197-454A-B9FF-61C63DB21C68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DA7E9-1BB7-41D5-9CD8-ADE1F1939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40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9D42-6197-454A-B9FF-61C63DB21C68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DA7E9-1BB7-41D5-9CD8-ADE1F1939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74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9D42-6197-454A-B9FF-61C63DB21C68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DA7E9-1BB7-41D5-9CD8-ADE1F1939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452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9D42-6197-454A-B9FF-61C63DB21C68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DA7E9-1BB7-41D5-9CD8-ADE1F1939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233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9D42-6197-454A-B9FF-61C63DB21C68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DA7E9-1BB7-41D5-9CD8-ADE1F1939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446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9D42-6197-454A-B9FF-61C63DB21C68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DA7E9-1BB7-41D5-9CD8-ADE1F1939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7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19D42-6197-454A-B9FF-61C63DB21C68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DA7E9-1BB7-41D5-9CD8-ADE1F19394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29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5923265" cy="6858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264" y="2863627"/>
            <a:ext cx="6268736" cy="97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7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014" y="4390805"/>
            <a:ext cx="10393225" cy="171473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205" y="3418272"/>
            <a:ext cx="5277587" cy="7144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12192000" cy="308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9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37806" cy="6858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359" y="866173"/>
            <a:ext cx="6563641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65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42994" cy="6858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438" y="1114364"/>
            <a:ext cx="5645072" cy="574363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806" y="176157"/>
            <a:ext cx="4744112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4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2991"/>
            <a:ext cx="4134427" cy="633500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34427" cy="51442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577" y="1504469"/>
            <a:ext cx="5687219" cy="473458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604" y="602338"/>
            <a:ext cx="4039164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02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06" y="1546645"/>
            <a:ext cx="10469436" cy="451548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751" y="400406"/>
            <a:ext cx="6058746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62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85603" cy="6858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189" y="1213176"/>
            <a:ext cx="4482896" cy="564482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712" y="322711"/>
            <a:ext cx="4829849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582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769" y="4235316"/>
            <a:ext cx="9573961" cy="142894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324" y="3323630"/>
            <a:ext cx="5372850" cy="55252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5123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8393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</Words>
  <Application>Microsoft Office PowerPoint</Application>
  <PresentationFormat>Широкоэкранный</PresentationFormat>
  <Paragraphs>1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4</cp:revision>
  <dcterms:created xsi:type="dcterms:W3CDTF">2024-12-15T19:50:10Z</dcterms:created>
  <dcterms:modified xsi:type="dcterms:W3CDTF">2024-12-16T06:36:08Z</dcterms:modified>
</cp:coreProperties>
</file>