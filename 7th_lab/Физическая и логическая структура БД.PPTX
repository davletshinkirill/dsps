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0190A-942C-4309-B111-75C9CAC1E3FB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6D018-1E6C-471F-B2F1-DF074A8CCD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17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16D018-1E6C-471F-B2F1-DF074A8CCDC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73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292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58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2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78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952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42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14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7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17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24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00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DF4E3-12BA-4D77-B3A8-62405F7E7051}" type="datetimeFigureOut">
              <a:rPr lang="ru-RU" smtClean="0"/>
              <a:t>16.12.2024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8AC48-2E21-4E58-AAE5-C7740EB89D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80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1999" y="3238473"/>
            <a:ext cx="1448002" cy="38105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77840" cy="68580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476" y="1863969"/>
            <a:ext cx="6380682" cy="316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270"/>
            <a:ext cx="4368151" cy="533239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368151" cy="7122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44666"/>
            <a:ext cx="4368151" cy="8466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234" y="676909"/>
            <a:ext cx="6805397" cy="536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1" y="1089806"/>
            <a:ext cx="6756400" cy="40488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573"/>
            <a:ext cx="5106113" cy="54014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106113" cy="93557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291613"/>
            <a:ext cx="5106113" cy="5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7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107430" cy="68580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181" y="494435"/>
            <a:ext cx="6670761" cy="54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3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92" y="947359"/>
            <a:ext cx="4401164" cy="542048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29" y="288604"/>
            <a:ext cx="5097122" cy="6587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251" y="-66740"/>
            <a:ext cx="6956750" cy="692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82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084" y="0"/>
            <a:ext cx="3622916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09" y="-1447"/>
            <a:ext cx="5898916" cy="685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84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72" y="1736984"/>
            <a:ext cx="11306605" cy="380409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62" y="628610"/>
            <a:ext cx="4134427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490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</Words>
  <Application>Microsoft Office PowerPoint</Application>
  <PresentationFormat>Широкоэкранный</PresentationFormat>
  <Paragraphs>1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5</cp:revision>
  <dcterms:created xsi:type="dcterms:W3CDTF">2024-12-12T18:02:27Z</dcterms:created>
  <dcterms:modified xsi:type="dcterms:W3CDTF">2024-12-16T06:39:03Z</dcterms:modified>
</cp:coreProperties>
</file>