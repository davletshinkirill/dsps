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803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035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45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418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266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377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50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975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2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181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24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13AED-CC7E-45BC-8BA6-69F7FF047B73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29088D-1D47-4594-8EDA-44C487E18F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91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00275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689" y="4065563"/>
            <a:ext cx="6220693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4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83745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819" y="896778"/>
            <a:ext cx="7080181" cy="408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5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42646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131" y="702977"/>
            <a:ext cx="6773220" cy="70494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914" y="2101175"/>
            <a:ext cx="6885653" cy="371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76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55458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702" y="1469874"/>
            <a:ext cx="5062232" cy="49309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702" y="136188"/>
            <a:ext cx="5344271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9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85" y="2112962"/>
            <a:ext cx="11574490" cy="38772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553" y="345739"/>
            <a:ext cx="878327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86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1881914"/>
            <a:ext cx="11545911" cy="410584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468" y="605096"/>
            <a:ext cx="6173061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14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236" y="3214657"/>
            <a:ext cx="733527" cy="42868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8758"/>
            <a:ext cx="4486901" cy="542048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4486901" cy="71875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6139242"/>
            <a:ext cx="4486901" cy="71875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900" y="1741605"/>
            <a:ext cx="4172532" cy="165758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1415" y="3448883"/>
            <a:ext cx="3686689" cy="168616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873" y="5116394"/>
            <a:ext cx="4010585" cy="158137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8414" y="157649"/>
            <a:ext cx="6839335" cy="112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0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236" y="3214657"/>
            <a:ext cx="733527" cy="42868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179" y="315682"/>
            <a:ext cx="5477639" cy="876422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4"/>
          <a:stretch>
            <a:fillRect/>
          </a:stretch>
        </p:blipFill>
        <p:spPr>
          <a:xfrm>
            <a:off x="3025303" y="1731664"/>
            <a:ext cx="6336158" cy="345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176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6</cp:revision>
  <dcterms:created xsi:type="dcterms:W3CDTF">2024-12-12T12:10:19Z</dcterms:created>
  <dcterms:modified xsi:type="dcterms:W3CDTF">2024-12-12T15:03:06Z</dcterms:modified>
</cp:coreProperties>
</file>